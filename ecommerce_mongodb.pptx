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94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ADBMS — Sukkur IBA University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E-Commerce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MongoDB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20116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520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Batool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(Group Leader)  |  </a:t>
            </a:r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 Kalwar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9502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systems manage different types of products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category has unique attributes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this data is complex in traditional databases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88036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364992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Laptop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RAM, Storage, Processor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👕  Shirt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Size, Material, Color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822960"/>
            <a:ext cx="27432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8932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· Storage · Battery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2057400"/>
            <a:ext cx="27432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2130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8932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Material · Color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291840"/>
            <a:ext cx="2743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3730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Brand · Style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SQL Databases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960120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033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12893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different product structures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728216"/>
            <a:ext cx="81381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728216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20574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separate tables for each product type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496312"/>
            <a:ext cx="81381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496312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JOINs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" y="28254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queries when combining data across tables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264408"/>
            <a:ext cx="81381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3264408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13232" y="35935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as data variety grows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032504"/>
            <a:ext cx="813816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4032504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3232" y="43616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down significantly with large datasets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"SQL is not efficient for dynamic product data."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MongoDB?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39319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NoSQL Database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bound by rigid relational rules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1005840"/>
            <a:ext cx="39319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Model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7492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flexible JSON documents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560320"/>
            <a:ext cx="39319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2697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Flexible Schema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3108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can have unique fields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2560320"/>
            <a:ext cx="39319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74920" y="2697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No JOINs Needed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74920" y="3108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 reduce query time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251960"/>
            <a:ext cx="81381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315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"MongoDB allows different products to have different structures — no schema required."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2560320" cy="1325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/ REST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63240" y="214884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27248" y="19476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1005840"/>
            <a:ext cx="256032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2148840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07608" y="19476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1005840"/>
            <a:ext cx="2560320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29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" y="3154680"/>
            <a:ext cx="1600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02920" y="3630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331720" y="3154680"/>
            <a:ext cx="1600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3172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2331720" y="3630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160520" y="3154680"/>
            <a:ext cx="16002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6052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60520" y="3630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7607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60720" y="3154680"/>
            <a:ext cx="283464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 Products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760720" y="3721608"/>
            <a:ext cx="283464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37856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Users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760720" y="4288536"/>
            <a:ext cx="28346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4352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Orders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81381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07008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Product Schema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type stores only its relevant fields — no empty columns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764792"/>
            <a:ext cx="8138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07008" y="1837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User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07008" y="21122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and cart items stored inside the user document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569464"/>
            <a:ext cx="81381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2679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07008" y="2642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 in Orders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07008" y="29169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capture product details at time of purchase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374136"/>
            <a:ext cx="8138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483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07008" y="3447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JOINs Required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07008" y="37216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embedded, not referenced across tables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178808"/>
            <a:ext cx="81381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07008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07008" y="4526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read/write operations even with large datasets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397764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124712"/>
            <a:ext cx="82296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247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54480" y="1124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5819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products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960120"/>
            <a:ext cx="39776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124712"/>
            <a:ext cx="82296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1247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1124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83480" y="15819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product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240280"/>
            <a:ext cx="397764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404872"/>
            <a:ext cx="8229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4048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54480" y="2404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2862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product by ID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2240280"/>
            <a:ext cx="397764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83480" y="2404872"/>
            <a:ext cx="8229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4048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97880" y="2404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83480" y="2862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product by ID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520440"/>
            <a:ext cx="397764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0080" y="3685032"/>
            <a:ext cx="822960" cy="320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36850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554480" y="36850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4142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users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846320" y="3520440"/>
            <a:ext cx="397764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83480" y="3685032"/>
            <a:ext cx="82296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83480" y="36850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97880" y="36850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83480" y="4142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new order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CRUD operations are fully implemented."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5156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143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1704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handles dynamic product data efficiently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8046720" cy="6583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87452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19933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system complexity compared to SQL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8046720" cy="6583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69748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788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43000" y="28163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real-world e-commerce applications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520440"/>
            <a:ext cx="8046720" cy="6583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52044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43000" y="3639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scalability and better performance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453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shows how NoSQL is better for flexible, real-world applications."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E-Commerce Management System using MongoDB</dc:title>
  <dc:subject>PptxGenJS Presentation</dc:subject>
  <dc:creator>PptxGenJS</dc:creator>
  <cp:lastModifiedBy>PptxGenJS</cp:lastModifiedBy>
  <cp:revision>1</cp:revision>
  <dcterms:created xsi:type="dcterms:W3CDTF">2026-06-07T06:35:19Z</dcterms:created>
  <dcterms:modified xsi:type="dcterms:W3CDTF">2026-06-07T06:35:19Z</dcterms:modified>
</cp:coreProperties>
</file>